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E1E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914400"/>
            <a:ext cx="4572000" cy="4572000"/>
          </a:xfrm>
          <a:prstGeom prst="ellipse">
            <a:avLst/>
          </a:prstGeom>
          <a:solidFill>
            <a:srgbClr val="2A1F42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1554480"/>
            <a:ext cx="3108960" cy="3108960"/>
          </a:xfrm>
          <a:prstGeom prst="ellipse">
            <a:avLst/>
          </a:prstGeom>
          <a:solidFill>
            <a:srgbClr val="3A2A52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WANDERLOOT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0" y="342900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del gioco — build M13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4023360"/>
            <a:ext cx="8534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crawler / arena 2D top-down a distanza, con doppia progressione (run + meta) e loot da extraction shooter — Godot 4.6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60807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settembre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PITCH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hub sicuro, run a rischio, loot che si può perdere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Riferimenti diretti: Vampire Survivors/Brotato (run loop, scelte a level-up), Hades (hub tra le run), Risk of Rain 2 (arena + estrazione), Escape from Tarkov (il loot resta “a rischio” finché non si estrae)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giocatore parte dalla piazza (hub), entra in un'arena a ondate, sale di livello scegliendo potenziamenti temporanei, uccide nemici e raccoglie loot “grezzo”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Morire prima di estrarre significa perdere tutto il loot della run: la tensione rischio/ricompensa è la regola centrale, senza mitigazioni parziali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loot estratto con successo entra nell'inventario permanente e alimenta equipaggiamento e crafting per la run successiva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0" y="1691640"/>
            <a:ext cx="4846320" cy="2766060"/>
          </a:xfrm>
          <a:prstGeom prst="rect">
            <a:avLst/>
          </a:prstGeom>
          <a:solidFill>
            <a:srgbClr val="241934"/>
          </a:solidFill>
          <a:ln w="15875">
            <a:solidFill>
              <a:srgbClr val="D4AF37"/>
            </a:solidFill>
            <a:prstDash val="solid"/>
          </a:ln>
        </p:spPr>
      </p:sp>
      <p:pic>
        <p:nvPicPr>
          <p:cNvPr id="6" name="Image 0" descr="/mnt/user-data/outputs/shots/hu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1737360"/>
            <a:ext cx="4754880" cy="2674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03720" y="4480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piazza: hub sicuro tra una run e l'altra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ciclo di gioco, passo per passo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241934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24028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184708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 permanente, crafting, si sceglie l'arena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74620" y="3474720"/>
            <a:ext cx="155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34640" y="210312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241934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224028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71800" y="27889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71800" y="3291840"/>
            <a:ext cx="184708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a ondate: nemici, loot grezzo, eventi a tempo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60620" y="3474720"/>
            <a:ext cx="155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120640" y="210312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241934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224028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257800" y="27889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Level-up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57800" y="3291840"/>
            <a:ext cx="184708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Pausa, 3 scelte tra potenziamenti (statistica o meccanica)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246620" y="3474720"/>
            <a:ext cx="155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406640" y="210312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33223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224028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543800" y="27889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Estrazione o morte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43800" y="3291840"/>
            <a:ext cx="184708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di estrazione dopo un po': si estrae il loot o, se si muore prima, lo si perde tutto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532620" y="3474720"/>
            <a:ext cx="155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692640" y="2103120"/>
            <a:ext cx="2121408" cy="3291840"/>
          </a:xfrm>
          <a:prstGeom prst="roundRect">
            <a:avLst>
              <a:gd name="adj" fmla="val 3448"/>
            </a:avLst>
          </a:prstGeom>
          <a:solidFill>
            <a:srgbClr val="241934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9800" y="224028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829800" y="27889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Ritorno in hub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829800" y="3291840"/>
            <a:ext cx="184708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loot estratto alimenta crafting/equip per la run dopo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ciclo si chiude su se stesso: “estraggo o rischio ancora?” è la domanda che regge ogni sistema del gioco.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PIAZZA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Hub: preparazione tra una run e l'altra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49240" y="1691640"/>
            <a:ext cx="6355080" cy="3616452"/>
          </a:xfrm>
          <a:prstGeom prst="rect">
            <a:avLst/>
          </a:prstGeom>
          <a:solidFill>
            <a:srgbClr val="241934"/>
          </a:solidFill>
          <a:ln w="15875">
            <a:solidFill>
              <a:srgbClr val="D4AF37"/>
            </a:solidFill>
            <a:prstDash val="solid"/>
          </a:ln>
        </p:spPr>
      </p:sp>
      <p:pic>
        <p:nvPicPr>
          <p:cNvPr id="5" name="Image 0" descr="/mnt/user-data/outputs/shots/hub_inven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1737360"/>
            <a:ext cx="6263640" cy="3525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45720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Piazza esplorabile all'aperto: fontana, forgia, baule, portale ad arco verso le arene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punti di interazione (tasto E): Incudine del fabbro, Baule (equipaggiamento), Portale (scelta arena)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Manichino a 9 slot: Testa, Guanti, Armatura, Pantaloni, Stivali, 2 Anelli, Amuleto, Bacchetta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animato la prima volta (fabbro, baule, portale, Ascensione), sempre saltabile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sempre consultabile: strutture, eventi, equip/potenza, estrazione/overtime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SI COMBATTE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arene, due atmosfere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241934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39696"/>
            <a:ext cx="146304" cy="146304"/>
          </a:xfrm>
          <a:prstGeom prst="ellipse">
            <a:avLst/>
          </a:prstGeom>
          <a:solidFill>
            <a:srgbClr val="3A5A7A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20116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Cripta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disponibile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scurito, torce tremolanti lungo i muri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Nemici: slime (celeste, tossico, del vuoto, di pietra)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Boss: Re Slime — 80.000 HP, 3 attacchi + fase 2 con Spirale furiosa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241934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139696"/>
            <a:ext cx="146304" cy="146304"/>
          </a:xfrm>
          <a:prstGeom prst="ellipse">
            <a:avLst/>
          </a:prstGeom>
          <a:solidFill>
            <a:srgbClr val="6B4A2A"/>
          </a:solidFill>
          <a:ln/>
        </p:spPr>
      </p:sp>
      <p:sp>
        <p:nvSpPr>
          <p:cNvPr id="11" name="Text 9"/>
          <p:cNvSpPr/>
          <p:nvPr/>
        </p:nvSpPr>
        <p:spPr>
          <a:xfrm>
            <a:off x="6739128" y="20116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Ossario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2514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sblocca dopo 3 estrazioni riuscite in Cripta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9718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Buio quasi totale, candele rosse, nebbia viola, pavimento a lastre incrinate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Nemici: Ghoul (inseguitore veloce) e Scheletro arciere (mantiene le distanze)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boss possibili: Negromante, Colosso d'ossa, Regina dei Ghoul (tutti x2 HP)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Arene 10 volte più grandi delle originali M0–M7 (stessi rapporti): nemici e boss compaiono in un anello 700–1200 px dal player, non più ovunque.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COMBATTIMENTO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Nemici base: pattern diversi, stesso pooling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126480" cy="3486150"/>
          </a:xfrm>
          <a:prstGeom prst="rect">
            <a:avLst/>
          </a:prstGeom>
          <a:solidFill>
            <a:srgbClr val="241934"/>
          </a:solidFill>
          <a:ln w="15875">
            <a:solidFill>
              <a:srgbClr val="D4AF37"/>
            </a:solidFill>
            <a:prstDash val="solid"/>
          </a:ln>
        </p:spPr>
      </p:sp>
      <p:pic>
        <p:nvPicPr>
          <p:cNvPr id="5" name="Image 0" descr="/mnt/user-data/outputs/shots/arena_enem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6035040" cy="33947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Slime (celeste/tossico/vuoto/pietra)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0" y="2103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Cripta — inseguono; tossico e vuoto sparano (veleno, attrazione)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0" y="2743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Ghoul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0" y="3063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Ossario — inseguitore veloce e fragile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0" y="3703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Scheletro arciere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858000" y="4023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Ossario — mantiene ~280px, tira dardi a distanza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0" y="4663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858000" y="49834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un tempo (o forzata da eventi/overtime): velocità e danno da contatto aumentati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nemici sono poolati (object pooling) e guidati da dati (EnemyData/.tres): comportamento e arma si regolano senza toccare codice.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COMBATTIMENTO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Boss: un sistema, riutilizzabile per ogni boss futuro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49240" y="1691640"/>
            <a:ext cx="6355080" cy="3616452"/>
          </a:xfrm>
          <a:prstGeom prst="rect">
            <a:avLst/>
          </a:prstGeom>
          <a:solidFill>
            <a:srgbClr val="241934"/>
          </a:solidFill>
          <a:ln w="15875">
            <a:solidFill>
              <a:srgbClr val="D4AF37"/>
            </a:solidFill>
            <a:prstDash val="solid"/>
          </a:ln>
        </p:spPr>
      </p:sp>
      <p:pic>
        <p:nvPicPr>
          <p:cNvPr id="5" name="Image 0" descr="/mnt/user-data/outputs/shots/boss_qu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1737360"/>
            <a:ext cx="6263640" cy="3525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45720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boss = stesso script + dati (BossData) + lista di attacchi (BossAttack): nessun codice nuovo per aggiungerne uno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 di attacco: raffica a ventaglio, anello, salto schiacciante (anche a catena), evocazione, pioggia, carica, pestone, urlo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attacco ha un preavviso leggibile: cerchio rosso a terra che si riempie (“telegraph”) o carica sul posto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 una soglia di HP: fase 2, più veloce, sblocca attacchi esclusivi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multipli per run: si sommano quelli guadagnati dal Pentagramma di sangue, sempre distanziati tra loro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394960" y="4480560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cerchio rosso: il player ha tutto il tempo del preavviso per uscirne prima dell'impatto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COMBATTIMENTO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quattro boss attuali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4754880" cy="2714854"/>
          </a:xfrm>
          <a:prstGeom prst="rect">
            <a:avLst/>
          </a:prstGeom>
          <a:solidFill>
            <a:srgbClr val="241934"/>
          </a:solidFill>
          <a:ln w="15875">
            <a:solidFill>
              <a:srgbClr val="D4AF37"/>
            </a:solidFill>
            <a:prstDash val="solid"/>
          </a:ln>
        </p:spPr>
      </p:sp>
      <p:pic>
        <p:nvPicPr>
          <p:cNvPr id="5" name="Image 0" descr="/mnt/user-data/outputs/shots/boss_colossu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4663440" cy="26234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Slime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Cripta · 80.000 HP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0" y="2084832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Raffica di gelatina, Anello, Salto reale · fase 2: Spirale furiosa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Negromante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0" y="2834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Ossario · 90.000 HP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0" y="3136392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Teletrasporto dopo quasi ogni attacco, evoca arcieri e ghoul, Pioggia d'ossa in fase 2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0" y="3886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Colosso d'ossa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29600" y="3886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Ossario · 120.000 HP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0" y="4187952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 in corsia, Pestone + spuntoni, Doppia carica in fase 2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0" y="4937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Regina dei Ghoul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229600" y="4937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Ossario · 76.000 HP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0" y="5239512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Balzi a catena, Graffio ravvicinato, Urlo che manda tutti in rage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47091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vita di ogni boss è raddoppiata rispetto ai dati base (BossData), stesso moltiplicatore per qualunque boss futuro.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LA RUN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Eventi: obiettivi a tempo, ricompensa un'abilità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49240" y="1691640"/>
            <a:ext cx="6355080" cy="3616452"/>
          </a:xfrm>
          <a:prstGeom prst="rect">
            <a:avLst/>
          </a:prstGeom>
          <a:solidFill>
            <a:srgbClr val="241934"/>
          </a:solidFill>
          <a:ln w="15875">
            <a:solidFill>
              <a:srgbClr val="D4AF37"/>
            </a:solidFill>
            <a:prstDash val="solid"/>
          </a:ln>
        </p:spPr>
      </p:sp>
      <p:pic>
        <p:nvPicPr>
          <p:cNvPr id="5" name="Image 0" descr="/mnt/user-data/outputs/shots/event_pent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1737360"/>
            <a:ext cx="6263640" cy="3525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Tempesta di fulmini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10s, un fulmine ogni 0,55s: basta un colpo per fallire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2907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Pentagramma di sangue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322783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fisso da trovare e attivare: si resta nel cerchio 25s mentre i mostri aumentano; premio: un boss in più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0782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d'ombra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4398264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 senza sparare: il tasto di fuoco diventa uno scatto invulnerabile, 6 cariche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52486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Scheletri nell'armadio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8640" y="5568696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scheletri invulnerabili da schivare per 10s; premio: un armadio con equip mai estratto prima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PROGRESSIONE — RUN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Level-up: 3 scelte, pesate, senza ripetizioni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126480" cy="3486150"/>
          </a:xfrm>
          <a:prstGeom prst="rect">
            <a:avLst/>
          </a:prstGeom>
          <a:solidFill>
            <a:srgbClr val="241934"/>
          </a:solidFill>
          <a:ln w="15875">
            <a:solidFill>
              <a:srgbClr val="D4AF37"/>
            </a:solidFill>
            <a:prstDash val="solid"/>
          </a:ln>
        </p:spPr>
      </p:sp>
      <p:pic>
        <p:nvPicPr>
          <p:cNvPr id="5" name="Image 0" descr="/mnt/user-data/outputs/shots/level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6035040" cy="33947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03720" y="1737360"/>
            <a:ext cx="47548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raccolta dalle gemme lasciate dai nemici; curva esponenziale (×1,35 a livello)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potenziamenti totali: statistiche (danno, cadenza, HP, magnete, exp...) e meccaniche (Ventaglio, Perforazione, Ricochet)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Ricochet: rimbalza sul bersaglio vivo più vicino, poi perfora — sinergizza con Ventaglio e Anello arcano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Ventaglio e Ricochet hanno un tetto di scelte per run (2 e 4) per non rompere il bilanciamento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Reroll: fino a 5 per run, rimescola le 3 scelte con un'opzione in meno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PROGRESSIONE — RUN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Abilità della bacchetta: 3 slot, dagli eventi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675120" cy="3794760"/>
          </a:xfrm>
          <a:prstGeom prst="rect">
            <a:avLst/>
          </a:prstGeom>
          <a:solidFill>
            <a:srgbClr val="241934"/>
          </a:solidFill>
          <a:ln w="15875">
            <a:solidFill>
              <a:srgbClr val="D4AF37"/>
            </a:solidFill>
            <a:prstDash val="solid"/>
          </a:ln>
        </p:spPr>
      </p:sp>
      <p:pic>
        <p:nvPicPr>
          <p:cNvPr id="5" name="Image 0" descr="/mnt/user-data/outputs/shots/abil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6583680" cy="3703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06640" y="1828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Anello arcano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406640" y="213055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12 colpi: anello di 6 proiettili con l'arma della run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06640" y="27432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Fulmine errante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06640" y="304495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350px percorsi: fulmine sul nemico più vicino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06640" y="3657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Barriera arcana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406640" y="395935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Assorbe N colpi = livello; alla rottura, onda d'urto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06640" y="470916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massimo assoluto Lv8 (ogni pezzo Super raro+ o evento somma livelli). Il cap sbloccabile in run parte da Lv1 e si alza col fabbro (Ascensione).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COMBATTIMENTO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numeri di base del player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41934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 massima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85132" y="18288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41934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5132" y="19659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85132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massimo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21624" y="18288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41934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21624" y="19659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10,8/s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421624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Rigenerazione mana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41934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033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48640" y="4480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Danno base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85132" y="35661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41934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5132" y="37033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485132" y="4480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Cadenza di fuoco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421624" y="35661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241934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21624" y="37033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421624" y="4480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per colpo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solo per lo sparo base (non per le abilità): il costo sale col Ventaglio e con la cadenza, obbligando a brevi pause a colpi di potenziamento pesante.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Veleno nemico: 100 danno ogni 1,5s per 4,5s (rinnovato, non sommato) · Knockback e hitstop leggero sui colpi subiti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Overtime: perché una run non può durare per sempre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50s dopo l'apertura dell'estrazione, se non si è ancora estratti: parte l'overtime x1</a:t>
            </a:r>
            <a:endParaRPr lang="en-US" sz="15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10s un'ondata di boss grande quanto i boss della run; i nemici nuovi nascono già in rage</a:t>
            </a:r>
            <a:endParaRPr lang="en-US" sz="15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Velocità ×2, vita +25% per i nemici nati durante l'overtime (non per quelli già vivi)</a:t>
            </a:r>
            <a:endParaRPr lang="en-US" sz="15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altri 50s il livello sale (x2, x3...): i modificatori si moltiplicano, il tetto dei nemici vivi cresce</a:t>
            </a:r>
            <a:endParaRPr lang="en-US" sz="15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boss pre-overtime vivo blocca lo spawn di nemici base e ferma il conto alla rovescia: si può respirare finché non muore</a:t>
            </a:r>
            <a:endParaRPr lang="en-US" sz="15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 a overtime x3 l'estrazione è quasi impossibile: è il limite naturale di ogni run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Rarità: sei livelli, ogni oggetto è un'istanza unica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37944"/>
            <a:ext cx="201168" cy="20116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7830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383280" y="178308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783080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bonus base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40864"/>
            <a:ext cx="201168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2860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comune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83280" y="228600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bonus migliori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43784"/>
            <a:ext cx="201168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7889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83280" y="278892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788920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bonus alti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46704"/>
            <a:ext cx="201168" cy="20116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2918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raro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83280" y="32918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291840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bonus + 1 modificatore di gameplay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849624"/>
            <a:ext cx="201168" cy="2011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79476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Leggendario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383280" y="379476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794760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bonus alti + 1 modificatore forte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352544"/>
            <a:ext cx="201168" cy="20116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42976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Mitico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383280" y="429768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da ricetta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297680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bonus massimi + poteri fissi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oggetto trovato è un'istanza unica </a:t>
            </a:r>
            <a:pPr indent="0" marL="0">
              <a:buNone/>
            </a:pPr>
            <a:r>
              <a:rPr lang="en-US" sz="1350" i="1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 + rarità + bonus tirati, indipendente da ogni altra copia)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 delle abilità: </a:t>
            </a:r>
            <a:pPr indent="0" marL="0">
              <a:buNone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raro → Lv1, Leggendario → Lv2, Mitico → Lv3; si sommano da più pezzi, fino al tetto assoluto Lv8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 col confronto: passando su un oggetto del baule si vede subito il pezzo equipaggiato nello stesso slot, con l'intervallo possibile del bonus per quella rarità.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Equipaggiamento: manichino e confronto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126480" cy="3486150"/>
          </a:xfrm>
          <a:prstGeom prst="rect">
            <a:avLst/>
          </a:prstGeom>
          <a:solidFill>
            <a:srgbClr val="241934"/>
          </a:solidFill>
          <a:ln w="15875">
            <a:solidFill>
              <a:srgbClr val="D4AF37"/>
            </a:solidFill>
            <a:prstDash val="solid"/>
          </a:ln>
        </p:spPr>
      </p:sp>
      <p:pic>
        <p:nvPicPr>
          <p:cNvPr id="5" name="Image 0" descr="/mnt/user-data/outputs/shots/hub_compa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6035040" cy="33947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03720" y="1737360"/>
            <a:ext cx="47548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slot sul manichino: click sinistro per indossare/togliere, click destro per marcare “spazzatura”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baule si ordina per arrivo, rarità o categoria; filtro per rarità/categoria/nuovi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 di confronto: il pezzo equipaggiato accanto a quello nel baule, stessa altezza dei due riquadri anche quando uno non ha l'intestazione “Equipaggiato”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bordo di slot e oggetti prende il colore della rarità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L'extraction layer: cosa si rischia, run per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577840" cy="3177540"/>
          </a:xfrm>
          <a:prstGeom prst="rect">
            <a:avLst/>
          </a:prstGeom>
          <a:solidFill>
            <a:srgbClr val="241934"/>
          </a:solidFill>
          <a:ln w="15875">
            <a:solidFill>
              <a:srgbClr val="D4AF37"/>
            </a:solidFill>
            <a:prstDash val="solid"/>
          </a:ln>
        </p:spPr>
      </p:sp>
      <p:pic>
        <p:nvPicPr>
          <p:cNvPr id="5" name="Image 0" descr="/mnt/user-data/outputs/shots/run_inven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5486400" cy="30861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691640"/>
            <a:ext cx="5486400" cy="3126334"/>
          </a:xfrm>
          <a:prstGeom prst="rect">
            <a:avLst/>
          </a:prstGeom>
          <a:solidFill>
            <a:srgbClr val="241934"/>
          </a:solidFill>
          <a:ln w="15875">
            <a:solidFill>
              <a:srgbClr val="D4AF37"/>
            </a:solidFill>
            <a:prstDash val="solid"/>
          </a:ln>
        </p:spPr>
      </p:sp>
      <p:pic>
        <p:nvPicPr>
          <p:cNvPr id="7" name="Image 1" descr="/mnt/user-data/outputs/shots/runen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737360"/>
            <a:ext cx="5394960" cy="30348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029200"/>
            <a:ext cx="11064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di run (tasto I): manichino permanente + tutto ciò che si è raccolto in questa run, a rischio finché non si estrae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di estrazione: appare dopo un tempo, richiede di restare dentro qualche secondo (uscire fa calare il progresso, non lo azzera)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Morire prima di estrarre = si perde tutto il loot di run; l'exp/materiali già estratti in run precedenti restano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META-PROGRESSIONE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fabbro: quattro schede, un solo hub economico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241934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Crafting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Ricette fisse (materiali → oggetto Comune); si può craftare più copie dello stesso pezzo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241934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65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oggetti identici della stessa rarità → 1 oggetto della rarità successiva (fino a Leggendario)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241934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206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Smontaggio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47091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Restituisce materiali in base alla ricetta e alla rarità; “spazzatura” si smonta in blocco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97764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241934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206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Ascensione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47091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Alza il cap sbloccato di un'abilità (default Lv1) fino al tetto assoluto Lv8, a costo crescente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UI: stile “Reliquiario d'oro”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49240" y="1691640"/>
            <a:ext cx="6355080" cy="3616452"/>
          </a:xfrm>
          <a:prstGeom prst="rect">
            <a:avLst/>
          </a:prstGeom>
          <a:solidFill>
            <a:srgbClr val="241934"/>
          </a:solidFill>
          <a:ln w="15875">
            <a:solidFill>
              <a:srgbClr val="D4AF37"/>
            </a:solidFill>
            <a:prstDash val="solid"/>
          </a:ln>
        </p:spPr>
      </p:sp>
      <p:pic>
        <p:nvPicPr>
          <p:cNvPr id="5" name="Image 0" descr="/mnt/user-data/outputs/shots/boss_qu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1737360"/>
            <a:ext cx="6263640" cy="3525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45720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 vettoriale con contorno scuro e ombre morbide (dal M6, sostituisce la pixel art iniziale)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Cornici 9-slice dorate con volute, gemme viola, usate per ogni finestra/HUD/pulsante — un solo tema per tutto il gioco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Cinzel Decorative (titoli/pulsanti) + Cormorant Garamond (corpo)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centralizzato in un'unica risorsa (wanderloot_theme.tres): niente stili sparsi nelle singole scene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raccolto in una sola cornice: livello, barre, arma equipaggiata, abilità, statistiche, tutto leggibile a colpo d'occhio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 IL COFANO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Com'è fatto, e a che punto siamo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852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come Resource (.tres): rarità, affissi, ricette, arene, nemici, boss, abilità — si bilancia dall'Inspector, non nel codice</a:t>
            </a:r>
            <a:endParaRPr lang="en-US" sz="1400" dirty="0"/>
          </a:p>
          <a:p>
            <a:pPr marL="228600" indent="-228600"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Autoload minimi: MetaProgression (permanente) e RunManager (di run), comunicazione tra nodi via segnali</a:t>
            </a:r>
            <a:endParaRPr lang="en-US" sz="1400" dirty="0"/>
          </a:p>
          <a:p>
            <a:pPr marL="228600" indent="-228600"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Composizione su ereditarietà, unique node, object pooling per nemici e proiettili</a:t>
            </a:r>
            <a:endParaRPr lang="en-US" sz="1400" dirty="0"/>
          </a:p>
          <a:p>
            <a:pPr marL="228600" indent="-228600"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con GdUnit4 dalla milestone del loot/estrazione in poi, solo su logica pura e flussi critici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737360"/>
            <a:ext cx="2345436" cy="868680"/>
          </a:xfrm>
          <a:prstGeom prst="roundRect">
            <a:avLst>
              <a:gd name="adj" fmla="val 8421"/>
            </a:avLst>
          </a:prstGeom>
          <a:solidFill>
            <a:srgbClr val="241934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1810512"/>
            <a:ext cx="23454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205+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766560" y="2267712"/>
            <a:ext cx="2345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294876" y="1737360"/>
            <a:ext cx="2345436" cy="868680"/>
          </a:xfrm>
          <a:prstGeom prst="roundRect">
            <a:avLst>
              <a:gd name="adj" fmla="val 8421"/>
            </a:avLst>
          </a:prstGeom>
          <a:solidFill>
            <a:srgbClr val="241934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94876" y="1810512"/>
            <a:ext cx="23454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294876" y="2267712"/>
            <a:ext cx="2345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automatici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2743200"/>
            <a:ext cx="2345436" cy="868680"/>
          </a:xfrm>
          <a:prstGeom prst="roundRect">
            <a:avLst>
              <a:gd name="adj" fmla="val 8421"/>
            </a:avLst>
          </a:prstGeom>
          <a:solidFill>
            <a:srgbClr val="241934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816352"/>
            <a:ext cx="23454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766560" y="3273552"/>
            <a:ext cx="2345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94876" y="2743200"/>
            <a:ext cx="2345436" cy="868680"/>
          </a:xfrm>
          <a:prstGeom prst="roundRect">
            <a:avLst>
              <a:gd name="adj" fmla="val 8421"/>
            </a:avLst>
          </a:prstGeom>
          <a:solidFill>
            <a:srgbClr val="241934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94876" y="2816352"/>
            <a:ext cx="23454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294876" y="3273552"/>
            <a:ext cx="23454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 di run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3886200"/>
            <a:ext cx="4873752" cy="2514600"/>
          </a:xfrm>
          <a:prstGeom prst="roundRect">
            <a:avLst>
              <a:gd name="adj" fmla="val 2909"/>
            </a:avLst>
          </a:prstGeom>
          <a:solidFill>
            <a:srgbClr val="1C1428"/>
          </a:solidFill>
          <a:ln w="12700">
            <a:solidFill>
              <a:srgbClr val="3A2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4069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PROSSIMI PASSI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4434840"/>
            <a:ext cx="42062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Playtest umano più ampio (finora bilanciato soprattutto con un bot automatico)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Abilità uniche per Leggendari/Mitici, ricette mitiche dai boss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Enciclopedia in gioco (sblocco per scoperta) e achievement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F1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 touch mobile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2026-09-28T11:29:25Z</dcterms:created>
  <dcterms:modified xsi:type="dcterms:W3CDTF">2026-09-28T11:29:25Z</dcterms:modified>
</cp:coreProperties>
</file>