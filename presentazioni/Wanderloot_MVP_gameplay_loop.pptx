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4F4F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4F4F4"/>
                </a:solidFill>
                <a:latin typeface="Arial"/>
              </a:rPr>
              <a:t>Estrazioni riuscite del bot (%, 20–30 run)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Estrazioni riuscite (%)</c:v>
                </c:pt>
              </c:strCache>
            </c:strRef>
          </c:tx>
          <c:spPr>
            <a:solidFill>
              <a:srgbClr val="38B7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4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Finale, 2 pezzi (media)</c:v>
                  </c:pt>
                  <c:pt idx="1">
                    <c:v>Finale, senza equip</c:v>
                  </c:pt>
                  <c:pt idx="2">
                    <c:v>Zona a 120s, ondate M3</c:v>
                  </c:pt>
                  <c:pt idx="3">
                    <c:v>Valori M3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63</c:v>
                </c:pt>
                <c:pt idx="2">
                  <c:v>0</c:v>
                </c:pt>
                <c:pt idx="3">
                  <c:v>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4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B0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3035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B0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di sintesi dello stato del gioco a fine M4: cosa si gioca oggi, come sono fatte le regole, quali numeri le reggono, e un ragionamento sul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"2 pezzi" è la media tra 90% (Bacchetta di gelatina + Amuleto) e 80% (Bacchetta rapida + Stivali). Il bot mira meglio di un umano e schiva peggio: i numeri confrontano configurazioni, non sostituiscono il playtest 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Ragionamento: la v1.1 serve a validare con persone vere ciò che il bot non misura. Contenuti e sistemi vanno scelti in base a quanto rendono la scelta estrai/resta più ricca: nemici diversi rendono il kiting una decisione, armi diverse danno senso all'equipaggiamento, estrazioni a rischio variabile moltiplicano le scelte per run, potenziamento e smontaggio danno uno scopo al baule dopo la sesta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/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822960"/>
            <a:ext cx="4480560" cy="25200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4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WANDERLOOT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28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gameplay loop dell'MVP (M0–M4)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cosa si può fare dopo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834640"/>
            <a:ext cx="128016" cy="128016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2834640"/>
            <a:ext cx="128016" cy="128016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crawler / arena 2D top-down, ranged, con layer extraction shooter.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4.6 · 23 settembre 2026</a:t>
            </a:r>
            <a:endParaRPr lang="en-US" sz="1200" dirty="0"/>
          </a:p>
        </p:txBody>
      </p:sp>
      <p:pic>
        <p:nvPicPr>
          <p:cNvPr id="9" name="Image 1" descr="/root/deck/sprites_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3611880"/>
            <a:ext cx="4480560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STATO AL 23/09/2026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L'MVP in una slide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 da un hub sicuro, entri in un'arena a ondate, sali di livello e raccogli materiali. Il loot resta "a rischio" finché non estrai: se muori prima, lo perdi tutto. Con quello che estrai, il fabbro crea equipaggiamento che rende più forte la run successiva.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9202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560320"/>
            <a:ext cx="164592" cy="164592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834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chiuse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136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→ M4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331720"/>
            <a:ext cx="19202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2560320"/>
            <a:ext cx="164592" cy="164592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834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GitHub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39136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19202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2560320"/>
            <a:ext cx="164592" cy="164592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GdUnit4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9136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 di loot e progressione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331720"/>
            <a:ext cx="19202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95160" y="2560320"/>
            <a:ext cx="164592" cy="164592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95160" y="2834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min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run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91363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di estrazione a 120s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LOOP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gioco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86000" cy="14173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18488"/>
            <a:ext cx="146304" cy="146304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545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A6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Baule, fabbro, equip. Scegli con cosa partire.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1417320"/>
            <a:ext cx="2286000" cy="14173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1618488"/>
            <a:ext cx="146304" cy="146304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545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19202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a ondate: uccidi, sali di livello, raccogli materiali "a rischio".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005840"/>
            <a:ext cx="2286000" cy="14173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207008"/>
            <a:ext cx="146304" cy="146304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1133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D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ESTRAZIONE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5087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 6s nella zona: il loot va nel baule e viene salvato.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2834640"/>
            <a:ext cx="2286000" cy="14173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3035808"/>
            <a:ext cx="146304" cy="146304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20840" y="29626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7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3375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loot della run è perso. Il baule non si tocca.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2121408"/>
            <a:ext cx="594360" cy="914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5715000" y="1691640"/>
            <a:ext cx="594360" cy="137160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715000" y="2423160"/>
            <a:ext cx="594360" cy="868680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52360" y="4251960"/>
            <a:ext cx="914" cy="274320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526280"/>
            <a:ext cx="7132320" cy="914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95360" y="1691640"/>
            <a:ext cx="228600" cy="914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1691640"/>
            <a:ext cx="914" cy="2834640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834640"/>
            <a:ext cx="914" cy="1691640"/>
          </a:xfrm>
          <a:prstGeom prst="line">
            <a:avLst/>
          </a:prstGeom>
          <a:noFill/>
          <a:ln w="25400">
            <a:solidFill>
              <a:srgbClr val="94B0C2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011680" y="42245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"Torna all'hub" in entrambi i casi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RUN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run, secondo per secondo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914" cy="3246120"/>
          </a:xfrm>
          <a:prstGeom prst="line">
            <a:avLst/>
          </a:prstGeom>
          <a:noFill/>
          <a:ln w="25400">
            <a:solidFill>
              <a:srgbClr val="566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146304" cy="146304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280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A6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5361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parte con le stats base + l'equipaggiamento scelto nell'hub.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146304" cy="146304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947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ogni ~10–15s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037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Level-up: pausa e scelta di 1 potenziamento su 3 (danno, cadenza, gittata, velocità, HP).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660904"/>
            <a:ext cx="146304" cy="146304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151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D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8712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 la zona di estrazione; una freccia sul bordo la indica se è fuori schermo.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328416"/>
            <a:ext cx="146304" cy="146304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282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D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+6s nella zona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387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Estrazione riuscita. Uscendo, il progresso cala (non si azzera).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3995928"/>
            <a:ext cx="146304" cy="146304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7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dopo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2062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resta rischia: il tetto di nemici vivi cresce di 5 ogni 30s, senza limite.</a:t>
            </a:r>
            <a:endParaRPr lang="en-US" sz="1150" dirty="0"/>
          </a:p>
        </p:txBody>
      </p:sp>
      <p:pic>
        <p:nvPicPr>
          <p:cNvPr id="20" name="Image 0" descr="/root/deck/comb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216027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846320" y="3520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Twin-stick: WASD per muoversi, mira col mouse (tasto sinistro) o stick destro con fuoco automatico. Il nemico base (slime) insegue; ondate sempre più fitte.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EXTRACTION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che regge tutto: il loot è a rischio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09160" y="1325880"/>
            <a:ext cx="3977640" cy="2103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54480"/>
            <a:ext cx="164592" cy="164592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0" y="1554480"/>
            <a:ext cx="164592" cy="164592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ESTRAI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7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MUORI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9659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loot della run passa al baule permanente.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Salvato subito su disco.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Riepilogo: "Loot estratto: N · Totale nel baule: M".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9659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 tutto il loot raccolto nella run.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baule e l'equipaggiamento restano intatti.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mitigazione nell'MVP: tensione netta.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HUD il contatore "Loot a rischio" ricorda cosa stai rischiando. Tecnicamente l'unico passaggio dal loot di run al permanente è LootTransfer.resolve(), protetto da test: se qualcuno rompe la regola "morte = perdita totale", un test diventa rosso (verificato con una modifica di prova).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PROGRESSIONE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progressioni, due orizzonti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8B7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la run (temporanea)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CD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Fuori dalla run (permanente)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4B0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cresce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 ed exp; 5 potenziamenti di statistica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Materiali nel baule; 4 pezzi di equipaggiamento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4B0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Uccidere nemici → level-up → scelta 1 su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Estrarre → craftare dal fabbro → equipaggiare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4B0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si azzera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Sempre, a ogni nuova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 (salvataggio in user://, versione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4B0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Potenza crescente nella singola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4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parte più forti: con 2 pezzi le estrazioni del bot passano dal 63% all'80–90%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C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4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upgrade di run e l'equipaggiamento passano dalla stessa funzione (StatApplier) e lavorano su copie delle stats base: nulla "sporca" i dati condivisi tra una run e l'altra.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L'hub: baule, fabbro, equipaggiamento</a:t>
            </a:r>
            <a:endParaRPr lang="en-US" sz="2800" dirty="0"/>
          </a:p>
        </p:txBody>
      </p:sp>
      <p:pic>
        <p:nvPicPr>
          <p:cNvPr id="4" name="Image 0" descr="/root/deck/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754880" cy="26746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280160"/>
            <a:ext cx="3246120" cy="576072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577840" y="1344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Bacchetta di gelatina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581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· +1 danno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5819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C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Gelatina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40680" y="1947672"/>
            <a:ext cx="3246120" cy="576072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77840" y="2011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Stivali viscosi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2494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Accessorio · +10% velocità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24942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C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Gelatina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0680" y="2615184"/>
            <a:ext cx="3246120" cy="576072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77840" y="267919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Amuleto del nucleo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2916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Accessorio · +2 HP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291693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C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Gel. + 3 Nuclei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40680" y="3282696"/>
            <a:ext cx="3246120" cy="576072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77840" y="334670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Bacchetta rapida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77840" y="358444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· +25% cadenza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22376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C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Gel. + 4 Nuclei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Ricette fisse, ogni pezzo si crafta una volta. Un pezzo per slot (arma, accessorio). Il primo pezzo arriva dopo la prima estrazione riuscita; tutti e 4 dopo circa 4–5 estrazioni.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 · BILANCIAMENTO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Bilanciamento: misurato con un bot, non a occhio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0" y="1289304"/>
            <a:ext cx="128016" cy="128016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23444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troppo corta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14904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a 60s: una sola estrazione bastava per craftare tutto. Ora a 120s + 6s di canale.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0" y="2112264"/>
            <a:ext cx="128016" cy="128016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205740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Ondate più graduali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3134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zona a 120s il bot moriva sempre: batch ogni 40s, tetto iniziale 45 nemici.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0" y="2935224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88036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di design trovato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136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Tetto fisso = farming infinito (una run da 45 minuti). Ora il tetto cresce sempre.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0" y="3758184"/>
            <a:ext cx="128016" cy="128016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70332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9593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Gelatina 20% ×1, Nucleo 1,5%: ~35 gelatine e ~3 nuclei per run.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 · RIFINITURA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e presentazione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128016" cy="128016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4081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colpi spingono: ~40px sullo slime, ~27px sul player a contatto. Intensità nei dati.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481328"/>
            <a:ext cx="128016" cy="128016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081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Hitstop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locale sul nemico colpito (50ms); rallentamento globale solo quando il player subisce danno.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81328"/>
            <a:ext cx="128016" cy="128016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4081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I-frames visibili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player lampeggia mentre è invulnerabile dopo un colpo.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807208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27340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 16x16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 generati da script (tools/sprites.py), disegnati a 2x con filtro nearest.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60604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29000" y="2807208"/>
            <a:ext cx="128016" cy="128016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57600" y="27340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chiptune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effetti e 2 musiche in loop sintetizzati da tools/audio.py; bus Music/SFX.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2606040"/>
            <a:ext cx="2606040" cy="11887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2807208"/>
            <a:ext cx="128016" cy="128016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27340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Indicatore estrazione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Freccia a bordo schermo verso la zona: trovato mancante nel playtest.</a:t>
            </a:r>
            <a:endParaRPr lang="en-US" sz="1050" dirty="0"/>
          </a:p>
        </p:txBody>
      </p:sp>
      <p:pic>
        <p:nvPicPr>
          <p:cNvPr id="28" name="Image 0" descr="/root/deck/sprites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4023360"/>
            <a:ext cx="6400800" cy="5815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ARCHITETTURA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Com'è fatto (per chi ci lavora)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30175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146304" cy="146304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globale minimo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RunManager: stato della run (azzerato ogni volta)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MetaProgression: baule + equip, unico che scrive su disco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325880"/>
            <a:ext cx="1920240" cy="30175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1536192"/>
            <a:ext cx="146304" cy="146304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che collegano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3774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e Hub sono composition root: collegano i segnali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entità non si conoscono tra loro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1920240" cy="30175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1536192"/>
            <a:ext cx="146304" cy="146304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Dati, non codice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3774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Armi, nemici, ondate, drop, ricette, suoni in .tres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Bilanciare = modificare dati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325880"/>
            <a:ext cx="1920240" cy="30175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1536192"/>
            <a:ext cx="146304" cy="146304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di sicurezza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3774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test GdUnit4 sulla logica pura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di bilanciamento e playtest end-to-end in tools/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66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4.6 · GDScript tipizzato · GitHub Issues + milestone · GDD, BEST_PRACTICES e CHANGELOG aggiornati a ogni commit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LIMITI DELL'MVP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manca oggi, detto chiaramente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389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nemico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slime insegue e basta: il kiting diventa ripetitivo in fretta.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46304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1389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arma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70992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L'equipaggiamento modifica la bacchetta base, non cambia il modo di sparare.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56032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24871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Playtest solo automatico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80720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e flusso end-to-end ok; mancano feeling di mira, leggibilità, volumi reali.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37744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256032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74920" y="24871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pausa né opzioni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80720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menu di pausa/uscita in run, niente volumi regolabili, niente title screen.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65760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" y="35844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 art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04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 e suoni coerenti ma generati da script: non è arte finale.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96012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3657600"/>
            <a:ext cx="128016" cy="128016"/>
          </a:xfrm>
          <a:prstGeom prst="rect">
            <a:avLst/>
          </a:prstGeom>
          <a:solidFill>
            <a:srgbClr val="EF7D57"/>
          </a:solidFill>
          <a:ln w="12700">
            <a:solidFill>
              <a:srgbClr val="EF7D5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74920" y="35844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corta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904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pezzi si ottengono in 6–8 run: dopo, il baule non ha più scopo.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COSA SI PUÒ FARE DOPO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futuro, con un criterio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cuore del gioco è la scelta "estraggo o resto?". Ogni aggiunta va giudicata da quanto rende quella scelta più interessante, non dalla quantità di contenuto.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06040" cy="274320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84248"/>
            <a:ext cx="128016" cy="128016"/>
          </a:xfrm>
          <a:prstGeom prst="rect">
            <a:avLst/>
          </a:prstGeom>
          <a:solidFill>
            <a:srgbClr val="38B764"/>
          </a:solidFill>
          <a:ln w="12700">
            <a:solidFill>
              <a:srgbClr val="38B76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SUBITO · v1.1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Playtest umano (3–5 persone) con i numeri del bot come riferimento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di pausa, opzioni volumi, title screen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esportata (es. itch.io) per far provare il gioco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783080"/>
            <a:ext cx="2606040" cy="274320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984248"/>
            <a:ext cx="128016" cy="128016"/>
          </a:xfrm>
          <a:prstGeom prst="rect">
            <a:avLst/>
          </a:prstGeom>
          <a:solidFill>
            <a:srgbClr val="FFCD75"/>
          </a:solidFill>
          <a:ln w="12700">
            <a:solidFill>
              <a:srgbClr val="FFCD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D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CONTENUTI · v2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nemici con comportamenti diversi (a distanza, carica, élite che porta loot)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armi con pattern diversi: l'arma diventa una scelta di build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Equipaggiamento grezzo dai drop, da identificare nell'hub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783080"/>
            <a:ext cx="2606040" cy="2743200"/>
          </a:xfrm>
          <a:prstGeom prst="rect">
            <a:avLst/>
          </a:prstGeom>
          <a:solidFill>
            <a:srgbClr val="262A40"/>
          </a:solidFill>
          <a:ln w="12700">
            <a:solidFill>
              <a:srgbClr val="262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84248"/>
            <a:ext cx="128016" cy="128016"/>
          </a:xfrm>
          <a:prstGeom prst="rect">
            <a:avLst/>
          </a:prstGeom>
          <a:solidFill>
            <a:srgbClr val="41A6F6"/>
          </a:solidFill>
          <a:ln w="12700">
            <a:solidFill>
              <a:srgbClr val="41A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A6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SISTEMI · v2+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Estrazione anticipata con meno loot, o più zone a rischio crescente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Potenziamento e smontaggio al fabbro: la meta non si esaurisce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NPC sbloccabili (mercante, alchimista) e biomi, come da GDD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7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 DOVE PARTIREI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4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passi, in quest'ordine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8B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087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Playtest umano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build, 3–5 persone, 20 minuti a testa. Confrontare durata e tasso di estrazione con quelli del bot (63%, ~2 min).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603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CD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606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nemico a distanza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94436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contenuto con più effetto sulla decisione: costringe a muoversi e rende l'estrazione davvero rischiosa.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657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1A6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03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Estrazione anticipata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0416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Uscire prima con una parte del loot: una seconda scelta di rischio in ogni run, a costo basso.</a:t>
            </a:r>
            <a:endParaRPr lang="en-US" sz="1200" dirty="0"/>
          </a:p>
        </p:txBody>
      </p:sp>
      <p:pic>
        <p:nvPicPr>
          <p:cNvPr id="13" name="Image 0" descr="/root/deck/sprites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4572000"/>
            <a:ext cx="4114800" cy="3739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Wanderloot — MVP gameplay loop</dc:title>
  <dc:subject>PptxGenJS Presentation</dc:subject>
  <dc:creator>PptxGenJS</dc:creator>
  <cp:lastModifiedBy>PptxGenJS</cp:lastModifiedBy>
  <cp:revision>1</cp:revision>
  <dcterms:created xsi:type="dcterms:W3CDTF">2026-09-23T11:07:41Z</dcterms:created>
  <dcterms:modified xsi:type="dcterms:W3CDTF">2026-09-23T11:07:41Z</dcterms:modified>
</cp:coreProperties>
</file>